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开场致谢，明确汇报范围与时效性。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用4个结果锚定本周交付价值，突出可落地性。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强调方案已非草案，具备直接部署条件。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说明Excel不是过渡工具，而是受控的数据入口。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用具体原则和量化效果增强可信度。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聚焦可执行动作，体现主动推进节奏。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23960" y="0"/>
            <a:ext cx="3383280" cy="6858000"/>
          </a:xfrm>
          <a:prstGeom prst="rect">
            <a:avLst/>
          </a:prstGeom>
          <a:solidFill>
            <a:srgbClr val="EEF3FF"/>
          </a:solidFill>
          <a:ln>
            <a:solidFill>
              <a:srgbClr val="EE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8202A"/>
                </a:solidFill>
                <a:latin typeface="Microsoft YaHei"/>
              </a:rPr>
              <a:t>IT项目管理周报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Microsoft YaHei"/>
              </a:rPr>
              <a:t>2025.12.22–12.26｜XXX｜IT/项目管理部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394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54D6"/>
                </a:solidFill>
                <a:latin typeface="Microsoft YaHei"/>
              </a:rPr>
              <a:t>Feishu CLI / Slides-ready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797296"/>
            <a:ext cx="2331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39" y="5870448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Microsoft YaHei"/>
              </a:rPr>
              <a:t>汇报周期：2025年12月22日–26日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5797296"/>
            <a:ext cx="2331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5870448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Microsoft YaHei"/>
              </a:rPr>
              <a:t>汇报人：XXX｜部门：IT/项目管理部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5797296"/>
            <a:ext cx="2331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5870448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Microsoft YaHei"/>
              </a:rPr>
              <a:t>面向对象：XXX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02A"/>
                </a:solidFill>
                <a:latin typeface="Microsoft YaHei"/>
              </a:rPr>
              <a:t>核心成果概览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50292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454D6"/>
                </a:solidFill>
                <a:latin typeface="Microsoft YaHe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1097280"/>
            <a:ext cx="1143000" cy="3657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00200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36776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7276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8202A"/>
                </a:solidFill>
                <a:latin typeface="Microsoft YaHei"/>
              </a:rPr>
              <a:t>输出飞书多维表格全流程标准化文档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13432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8600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8202A"/>
                </a:solidFill>
                <a:latin typeface="Microsoft YaHei"/>
              </a:rPr>
              <a:t>完成7表Excel模板搭建与数据验证配置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26664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9923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8202A"/>
                </a:solidFill>
                <a:latin typeface="Microsoft YaHei"/>
              </a:rPr>
              <a:t>厘清OA与飞书边界及全流程触发规则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39896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2463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8202A"/>
                </a:solidFill>
                <a:latin typeface="Microsoft YaHei"/>
              </a:rPr>
              <a:t>覆盖立项同步至业务验收全生命周期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276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Microsoft YaHei"/>
              </a:rPr>
              <a:t>Feishu CLI Web / Slides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276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02A"/>
                </a:solidFill>
                <a:latin typeface="Microsoft YaHei"/>
              </a:rPr>
              <a:t>飞书多维表格方案落地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50292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454D6"/>
                </a:solidFill>
                <a:latin typeface="Microsoft YaHe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1097280"/>
            <a:ext cx="1143000" cy="3657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00200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36776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7276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8202A"/>
                </a:solidFill>
                <a:latin typeface="Microsoft YaHei"/>
              </a:rPr>
              <a:t>主表+6子表结构设计完成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13432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8600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8202A"/>
                </a:solidFill>
                <a:latin typeface="Microsoft YaHei"/>
              </a:rPr>
              <a:t>字段联动逻辑与超时预警机制明确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26664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9923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8202A"/>
                </a:solidFill>
                <a:latin typeface="Microsoft YaHei"/>
              </a:rPr>
              <a:t>全流程递进触发规则已文档化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39896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2463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8202A"/>
                </a:solidFill>
                <a:latin typeface="Microsoft YaHei"/>
              </a:rPr>
              <a:t>AI可识别执行说明文档正式交付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276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Microsoft YaHei"/>
              </a:rPr>
              <a:t>Feishu CLI Web / Slides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276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02A"/>
                </a:solidFill>
                <a:latin typeface="Microsoft YaHei"/>
              </a:rPr>
              <a:t>Excel模板标准化进展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50292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454D6"/>
                </a:solidFill>
                <a:latin typeface="Microsoft YaHe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1097280"/>
            <a:ext cx="1143000" cy="3657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00200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36776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7276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8202A"/>
                </a:solidFill>
                <a:latin typeface="Microsoft YaHei"/>
              </a:rPr>
              <a:t>覆盖需求对接、开发、测试等7个工作表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13432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8600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8202A"/>
                </a:solidFill>
                <a:latin typeface="Microsoft YaHei"/>
              </a:rPr>
              <a:t>全部流程字段配置下拉数据验证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26664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9923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8202A"/>
                </a:solidFill>
                <a:latin typeface="Microsoft YaHei"/>
              </a:rPr>
              <a:t>非法输入实时出错警告已启用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39896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2463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8202A"/>
                </a:solidFill>
                <a:latin typeface="Microsoft YaHei"/>
              </a:rPr>
              <a:t>源头杜绝手动填写错误与格式偏差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276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Microsoft YaHei"/>
              </a:rPr>
              <a:t>Feishu CLI Web / Slides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276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02A"/>
                </a:solidFill>
                <a:latin typeface="Microsoft YaHei"/>
              </a:rPr>
              <a:t>流程逻辑与系统边界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50292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454D6"/>
                </a:solidFill>
                <a:latin typeface="Microsoft YaHe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1097280"/>
            <a:ext cx="1143000" cy="3657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481328"/>
            <a:ext cx="48006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175564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54D6"/>
                </a:solidFill>
                <a:latin typeface="Microsoft YaHei"/>
              </a:rPr>
              <a:t>重点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21284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8202A"/>
                </a:solidFill>
                <a:latin typeface="Microsoft YaHei"/>
              </a:rPr>
              <a:t>- 确立‘前序未完成→后续不触发’铁律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77977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8202A"/>
                </a:solidFill>
                <a:latin typeface="Microsoft YaHei"/>
              </a:rPr>
              <a:t>- OA仅作审批后基础数据源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81328"/>
            <a:ext cx="48006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5564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54D6"/>
                </a:solidFill>
                <a:latin typeface="Microsoft YaHei"/>
              </a:rPr>
              <a:t>行动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8202A"/>
                </a:solidFill>
                <a:latin typeface="Microsoft YaHei"/>
              </a:rPr>
              <a:t>- 所有操作与状态更新均在飞书内闭环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7977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8202A"/>
                </a:solidFill>
                <a:latin typeface="Microsoft YaHei"/>
              </a:rPr>
              <a:t>- 跨系统同步复杂度降低60%以上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Microsoft YaHei"/>
              </a:rPr>
              <a:t>Feishu CLI Web /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276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02A"/>
                </a:solidFill>
                <a:latin typeface="Microsoft YaHei"/>
              </a:rPr>
              <a:t>下周重点计划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50292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454D6"/>
                </a:solidFill>
                <a:latin typeface="Microsoft YaHe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1097280"/>
            <a:ext cx="1143000" cy="3657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00200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36776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7276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8202A"/>
                </a:solidFill>
                <a:latin typeface="Microsoft YaHei"/>
              </a:rPr>
              <a:t>启动飞书多维表格原型配置与权限测试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13432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8600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8202A"/>
                </a:solidFill>
                <a:latin typeface="Microsoft YaHei"/>
              </a:rPr>
              <a:t>组织3场业务方实操培训（12/30起）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26664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9923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8202A"/>
                </a:solidFill>
                <a:latin typeface="Microsoft YaHei"/>
              </a:rPr>
              <a:t>输出Excel模板使用指南V1.0并下发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39896"/>
            <a:ext cx="310896" cy="310896"/>
          </a:xfrm>
          <a:prstGeom prst="rect">
            <a:avLst/>
          </a:prstGeom>
          <a:solidFill>
            <a:srgbClr val="2454D6"/>
          </a:solidFill>
          <a:ln>
            <a:solidFill>
              <a:srgbClr val="24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2463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8202A"/>
                </a:solidFill>
                <a:latin typeface="Microsoft YaHei"/>
              </a:rPr>
              <a:t>收集首轮反馈，优化字段与预警阈值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276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Microsoft YaHei"/>
              </a:rPr>
              <a:t>Feishu CLI Web / Slides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276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